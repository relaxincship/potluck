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54864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4F1D96">
              <a:alpha val="20000"/>
            </a:srgbClr>
          </a:solidFill>
          <a:ln w="12700">
            <a:solidFill>
              <a:srgbClr val="4F1D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212848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POTLUCK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Prize-Linked Savings.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 is safe. But today could be your day.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05840"/>
            <a:ext cx="1463040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4206240"/>
            <a:ext cx="2194560" cy="68580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4224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45354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4206240"/>
            <a:ext cx="2194560" cy="68580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0" y="4224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200400" y="45354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4206240"/>
            <a:ext cx="2194560" cy="68580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0720" y="4224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760720" y="45354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Legal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broken products. One obvious fix.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4747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47472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361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Accounts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1005840" cy="219456"/>
          </a:xfrm>
          <a:prstGeom prst="rect">
            <a:avLst/>
          </a:prstGeom>
          <a:solidFill>
            <a:srgbClr val="64748B">
              <a:alpha val="30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APY: 0.5%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engagement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check them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657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emotional pull to save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1371600"/>
            <a:ext cx="3840480" cy="34747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1371600"/>
            <a:ext cx="54864" cy="3474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5087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15000" y="15361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Lottery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166360" y="1993392"/>
            <a:ext cx="1005840" cy="219456"/>
          </a:xfrm>
          <a:prstGeom prst="rect">
            <a:avLst/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6636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WASTEFUL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16636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$100B/year spent in the US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16636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principal returned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16636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throwing money away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166360" y="3657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undeniably exciting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434840" y="2834640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15968" y="2743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4572000"/>
            <a:ext cx="8046720" cy="438912"/>
          </a:xfrm>
          <a:prstGeom prst="rect">
            <a:avLst/>
          </a:prstGeom>
          <a:solidFill>
            <a:srgbClr val="1A1535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4572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savings account was the most exciting app on your phone?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286000" cy="1280160"/>
          </a:xfrm>
          <a:prstGeom prst="rect">
            <a:avLst/>
          </a:prstGeom>
          <a:solidFill>
            <a:srgbClr val="14124A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984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 Deposit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737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$25–$5,000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anytime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 insured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24912" y="178308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5176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2468880" cy="16459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0584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11556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41648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Prize Pool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93008" y="16276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$2,412,800 today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interest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every 90 days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79592" y="178308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33872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492240" y="1188720"/>
            <a:ext cx="2286000" cy="1280160"/>
          </a:xfrm>
          <a:prstGeom prst="rect">
            <a:avLst/>
          </a:prstGeom>
          <a:solidFill>
            <a:srgbClr val="0A2818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29844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12984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Winner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29400" y="1737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draw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moment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celebration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no competitor offers together: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291840"/>
            <a:ext cx="2560320" cy="155448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3291840"/>
            <a:ext cx="54864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0156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401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Safe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31520" y="3858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always withdrawable.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FDIC-insured. No lockup.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383280" y="3291840"/>
            <a:ext cx="2560320" cy="155448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83280" y="3291840"/>
            <a:ext cx="54864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40156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69080" y="3401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Deeply Social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566160" y="3858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syndicates,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draws, leaderboards.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217920" y="3291840"/>
            <a:ext cx="2560320" cy="155448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3291840"/>
            <a:ext cx="54864" cy="1554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40156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03720" y="3401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with AUM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400800" y="3858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members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pot = more buzz.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unserved intersection of savings and gaming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19456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Lottery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play at least once a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219456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17320"/>
            <a:ext cx="26060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Savings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Market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APY: 0.5% — ripe for disruption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06040" cy="219456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0604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$6.4B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Prize-Linked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TAM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fintech 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Potluck's beachhead: Convert 1% of US lottery spend into prize-linked savers = $1B+ opportunity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4480560"/>
            <a:ext cx="1554480" cy="274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Yotta (acquired)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4480560"/>
            <a:ext cx="1554480" cy="274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Savings.ly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4480560"/>
            <a:ext cx="1554480" cy="274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 PLSAs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4480560"/>
            <a:ext cx="1554480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 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Gamification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stay, the luckier you get — and the more you tell your friends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075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1–20+ draw streaks multiply entries up to 3×. Hard to leave when you're 'due'.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17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417320"/>
            <a:ext cx="54864" cy="1417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Syndicates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2075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with friends. Split winnings. Natural viral recruiting loop.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Draw Events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" y="3675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hyped, shared countdowns. The draw is the product.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01752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546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Near-Miss Sharing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46320" y="3675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were #3,412!' — shareable cards drive TikTok/IG virality.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931920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Flywheel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4124A"/>
          </a:solidFill>
          <a:ln w="6350">
            <a:solidFill>
              <a:srgbClr val="2E266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→ Interest → Prize Pool → Event → Social Moment → New Members → More Deposits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automatically with Assets Under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9202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36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Spread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170432" y="1956816"/>
            <a:ext cx="77724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19568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304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all interest earned.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linearly with AUM.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417320"/>
            <a:ext cx="2606040" cy="19202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17320"/>
            <a:ext cx="54864" cy="1920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3619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50792" y="1536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Potluck+ Tier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050792" y="1956816"/>
            <a:ext cx="777240" cy="256032"/>
          </a:xfrm>
          <a:prstGeom prst="rect">
            <a:avLst/>
          </a:prstGeom>
          <a:solidFill>
            <a:srgbClr val="A855F7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50792" y="19568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20440" y="2304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entries, early draw access,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community features.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606040" cy="19202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17320"/>
            <a:ext cx="54864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3619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31152" y="1536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Sponsored Draws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931152" y="1956816"/>
            <a:ext cx="777240" cy="256032"/>
          </a:xfrm>
          <a:prstGeom prst="rect">
            <a:avLst/>
          </a:prstGeom>
          <a:solidFill>
            <a:srgbClr val="2DD4BF">
              <a:alpha val="25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931152" y="19568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0" y="2304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Brand-sponsored prize pools.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High-visibility event moments.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3520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(Illustrative)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5E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5E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5E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5E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Interest (4.8%)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5E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Potluck Revenue (35% spread)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Scale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1920240" cy="35204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280160"/>
            <a:ext cx="1920240" cy="73152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33272" y="1463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719072" cy="27432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21284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partner secured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27157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app (iOS + Android)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32186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 pipeline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beta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645920" cy="274320"/>
          </a:xfrm>
          <a:prstGeom prst="rect">
            <a:avLst/>
          </a:prstGeom>
          <a:solidFill>
            <a:srgbClr val="7B6FA0">
              <a:alpha val="20000"/>
            </a:srgbClr>
          </a:solidFill>
          <a:ln w="6350">
            <a:solidFill>
              <a:srgbClr val="7B6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87752" y="1280160"/>
            <a:ext cx="1920240" cy="35204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87752" y="1280160"/>
            <a:ext cx="19202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389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9544" y="1463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9544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79192" y="2103120"/>
            <a:ext cx="1719072" cy="27432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21284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Syndicates + streaks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7157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draw events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2186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members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24912" y="4389120"/>
            <a:ext cx="164592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64024" y="1280160"/>
            <a:ext cx="1920240" cy="35204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64024" y="128016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1389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85816" y="1463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85816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55464" y="2103120"/>
            <a:ext cx="1719072" cy="27432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21284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Potluck+ tier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3752" y="27157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draws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73752" y="32186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share cards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members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01184" y="4389120"/>
            <a:ext cx="164592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AUM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0296" y="1280160"/>
            <a:ext cx="1920240" cy="352044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0296" y="1280160"/>
            <a:ext cx="192024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31736" y="1389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562088" y="1463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62088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31736" y="2103120"/>
            <a:ext cx="1719072" cy="27432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0024" y="221284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50024" y="27157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50024" y="32186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250K+ members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50024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$150M+ AUM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77456" y="4389120"/>
            <a:ext cx="1645920" cy="274320"/>
          </a:xfrm>
          <a:prstGeom prst="rect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77456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$150M+ AUM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58568" y="2971800"/>
            <a:ext cx="91440" cy="4572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34840" y="2971800"/>
            <a:ext cx="91440" cy="4572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11112" y="2971800"/>
            <a:ext cx="91440" cy="45720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840480" cy="1463040"/>
          </a:xfrm>
          <a:prstGeom prst="rect">
            <a:avLst/>
          </a:prstGeom>
          <a:solidFill>
            <a:srgbClr val="1A0D3A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3840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$3.5M Seed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301752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54864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partner + compliance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231136"/>
            <a:ext cx="3566160" cy="18288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50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(mobile + backend)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798064"/>
            <a:ext cx="3566160" cy="18288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16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29626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+ community marketing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364992"/>
            <a:ext cx="3566160" cy="18288"/>
          </a:xfrm>
          <a:prstGeom prst="rect">
            <a:avLst/>
          </a:prstGeom>
          <a:solidFill>
            <a:srgbClr val="2E2660"/>
          </a:solidFill>
          <a:ln w="12700">
            <a:solidFill>
              <a:srgbClr val="2E26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4838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77840" y="35295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legal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724912"/>
            <a:ext cx="3840480" cy="1828800"/>
          </a:xfrm>
          <a:prstGeom prst="rect">
            <a:avLst/>
          </a:prstGeom>
          <a:solidFill>
            <a:srgbClr val="1E1840"/>
          </a:solidFill>
          <a:ln w="6350">
            <a:solidFill>
              <a:srgbClr val="2E26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Milestones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182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partner signed, PLSA compliant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members on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840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AUM, first Grand Draw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169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$378K annual revenue run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8046720" cy="5486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73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potluck.app  ·  hello@potluck.app  ·  @potluckapp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Potluck Pitch Deck</dc:title>
  <dc:subject>PptxGenJS Presentation</dc:subject>
  <dc:creator>Potluck</dc:creator>
  <cp:lastModifiedBy>Potluck</cp:lastModifiedBy>
  <cp:revision>1</cp:revision>
  <dcterms:created xsi:type="dcterms:W3CDTF">2026-03-02T20:45:31Z</dcterms:created>
  <dcterms:modified xsi:type="dcterms:W3CDTF">2026-03-02T20:45:31Z</dcterms:modified>
</cp:coreProperties>
</file>